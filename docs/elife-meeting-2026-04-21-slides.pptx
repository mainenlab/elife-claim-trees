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prototype at https://zmainen.github.io/elife-claim-trees/. Two halves: a schema and procedure for decomposing papers into structured claims, and a verification layer that re-runs deposited analyses where data and code are accessible. The deck mirrors the briefing document section by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eLife papers from 2026, selected by Andy Collings and Damian Pattinson to span the journal's domain mix. Two additional papers are the Meijer-Mainen serotonin manuscript at v1 (biorxiv) and R1 (under review at Nature Neuroscience), included for a within-paper comparison across revision.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Per-paper counts: artiushin 17, bouyeure 30, ejdrup 23, gadeke 26, headley 25, kammer 22, kolb 20, meijer-orthogonal 23, meijer-additive-r1 41, rozak 23, scheller 22, wengert 31. One claim file per markdown file under claims/&lt;paper-slug&gt;/; index.md per directory excluded from the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file per claim is the durable unit. The JSON is derived; the markdown is canonical.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assertion block grounds a claim to a panel and an analysis. The reproduction block records what an agent did with that grounding. Both are lists; multiple assertions and multiple reproduction attempts per claim are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edge types (predicts/confirms is one reciprocal pair). Edges are propositions about logical structure, not citations. The legacy belongings: block (relation:/target: pairs) is also accepted by the build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status implies a different remedy. no-data is a deposit policy issue; code-error is a software fix; compute-infeasible calls for pre-computed intermediates; failed:mismatch is the editorially interesting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of LLM work is the paper, not the claim. The agent reads the whole paper and emits the claim files in a batch. Review by the user was opportunistic — sampling claims and edges, correcting where wrong — rather than systematic per-claim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methodology document represents what a scaled-out version of this workflow would adopt. The prototype's actual workflow was prompt-guided LLM extraction with intermittent user review. The 303 claim files should be read as a draft annotation layer, not as adjudicated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wall-clock LLM time, not human time. Human review time was a separate, smaller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script per paper, not per claim. The script targets the panels with the most-cited or most-load-bearing numerics, not every claim. Where downloads failed mid-session, hard-coded values from prior sessions were carried forward and labeled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of the twelve papers carry a verify.py. Two interesting outcomes here: bouyeure produced an anatomical mismatch (deposit code runs cleanly, output points at occipital cortex rather than the fear network the paper reports), and wengert produced a quantitative WARN (direction correct, magnitude and significance off). Both are the kind of finding that is invisible without verification but actionable once surfaced.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twelve papers have no verify.py. Artiushin is structurally outside the scope of execution-based verification — it's an atlas paper. The other four are gaps: deposits exist or partially exist, but no verification script was authored within the prototype's time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ratio is 14 of 27 specific claims are backed by live execution. The ~150 figure is the rest of the corpus where the LLM populated a status field during extraction without ever running the analysis — those should be treated as draft annotations awaiting verification, not as confirmed reproductions.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lightest of the five asks. A one-page CSV alongside the manuscript names what each panel claims, the analysis that produced it, and the data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 1 names what; Spec 2 names where. Together they collapse the reverse-engineering step that consumed most of the prototype's effort per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 specification is the single highest-leverage intervention against the code-error class of failure. The matplotlib 3.8 case is the canonical example: the analysis was sound, the figure code was sound at the time of publication, an unrelated upstream API change broke it; pinned versions would have prevented the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spec collapses the compute barrier. The arrays already exist; depositing them turns a Bronze deposit into a Silver one without changing the underlying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badge is what makes the other four specs visible to the reader. Without the surface, the infrastructure is invisible to the audience the paper is written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structural-argument finding. Including it here as a one-slide note because the prototype produced it and the artifact carries it; not foregrounding it because the meeting is about reproducibility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limit corresponds to a section in the brief. The prototype's value is what it makes inspectable, not what it adjudicates.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74320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Claim graphs for eLife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12-paper prototype</a:t>
            </a:r>
            <a:endParaRPr lang="en-US" sz="1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Zach Mainen · Champalimaud Centre for the Unknown · 21 April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Corpus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12 papers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artiushin-2026-spider-atlas — atlas neuroanatomy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bouyeure-2026-fear-rsa — fMRI / RSA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ejdrup-2026-dopamine — computational modelling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gadeke-2026-guilt-insula — fMRI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headley-2026-inhibitory-rhythms — computational modelling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kammer-2026-foveal-feedback — psychophysics + fMRI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kolb-2026-igabasnfr2 — sensor engineering / structural biology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meijer-2025-serotonin-orthogonal — electrophysiology (preprint v1)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meijer-2025-serotonin-additive-r1 — electrophysiology (revision R1)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rozak-2026-neurovascular-dl — deep learning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scheller-2026-self-prioritization — psychophysics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wengert-2026-kcnc1 — wet-lab / channelopathy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303 claims by role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empirical — 139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prediction — 46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hypothesis — 31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control — 27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scope — 23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methodological — 16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synthesis — 9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interpretation — 7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literature-context — 5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 — 303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Schema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Claim file format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One markdown file per claim at claims/&lt;paper-slug&gt;/&lt;claim-slug&gt;.md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YAML frontmatter for structured fields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Markdown body for optional prose elaboration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Build pipeline: node site/scripts/build-data.js reads claims/*/*.md, normalizes edges, emits site/src/data/claims.json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Astro static site renders per-paper pages, per-claim views, dependency graph (React-Flow / Dagre); published to GitHub Pages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Required frontmatter fields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uuid — UUID4, immutable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slug, doi, claim (one declarative sentence)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claim-type — empirical / interpretive / existence / synthesis / assessment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role, concepts, priority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epistemic — strong / moderate / weak / contested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assertions — blocks: paper-slug, doi, panel, analysis, dataset, dataset-doi, method, confidence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reproductions — blocks: agent, date, status, script, notes (+ optional figure, original_figure, original_script, script_execution, time_fast, time_full)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Edge types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requires — A's validity depends on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supports — B raises confidence in A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entails — A logically implies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derived-from — A is computed from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tests — A is the test of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refutes — A would refute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rules-out — A eliminates alternative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dissociates-with — A and B doubly dissociate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validates — A confirms instrument or method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predicts / confirms — A predicts B; B confirms A (reciprocal)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interprets — A is the interpretation of B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enables-method — A makes B technically possible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scopes — A bounds the applicability of B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Status vocabulary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verified — ran the analysis; output matches the assertion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verified:partial — ran a subset; matched portion documented in notes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failed:mismatch — ran; output does not match; discrepancy logged in notes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unverified — not yet attempted (path exists)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unverified:no-data — data deposit not accessible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unverified:no-code — code not accessible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unverified:code-error — code runs but errors before producing output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unverified:compute-infeasible — code runs but exceeds available compute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Extraction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Per paper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One LLM agent run per paper (Claude Sonnet via Anthropic API, dispatched as a Claude Code subagent)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Inputs: published PDF + methodology reference at docs/method.md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Agent walks figure-by-figure and emits one .md file per claim with frontmatter populated and UUID4 generated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Edge fields populated in the same pass or in a follow-up enrichment pass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User reviews intermittently, not claim-by-claim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Methodology document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docs/method.md describes a disciplined procedure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Three independent extraction agents — Results reader / Caption reader / Structure reader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10 documented failure modes (direction reversal, quantitative hallucination, wrong panel assignment, discussion contamination, etc.)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Mandatory human review gate at step 5 — recommended practice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This prototype did not strictly enforce the three-extraction discipline; review gate was intermittent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5–30 minutes of agent compute per paper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Not hours; not days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Verification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One verify.py script per paper where data and code were accessible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Clone GitHub repo or download deposit (NeuroVault, OpenNeuro, RCSB PDB, G-Node, OSF, Dryad)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Construct analysis environment (conda or pip; matplotlib version patches where API drift broke deposited code)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Execute targeted analyses — re-run notebook end-to-end, or load pre-computed intermediates and run figure-generation step only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Compare output to paper-reported numerics (point estimate, statistic, p-value, panel coordinates)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Write PASS / WARN / FAIL per claim to verify.log with reproduced and expected values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Per-paper verification — papers with scripts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bouyeure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live / NeuroVault 23032 — anatomical mismatch documented (occipital pole, paper claims fear network); 4 of 30 claims with execution backing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ejdrup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partial / Gether-Lab/striatal-dopamine-model — Vmax sweep timed out at 600 s; Figs 1/2 from notes; matplotlib 3.8 patch auto-applied; 3 of 23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gadeke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live / OpenNeuro CSV + NIfTI — logistic β = 0.032, p = 9.55e-68; R² 0.184 vs paper 0.185; MNI peak [-28, 24, -4] exact; 5 of 26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headley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live / dbheadley/InhibOnDendComp — firing-rate (control 5.5 → distal 0.2 Hz / somatic 0.7 Hz) and STA spike-AP timings reproduced from CSVs; 4 of 25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kolb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live / PDB 9D57 (RCSB) — sensor paper; deposit metadata extracted (X-ray 2.60 Å, 6 chains, ABU + CRO ligands); 1 of 20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scheller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no / OSF (downloads failed) — all PASS entries are hard-coded values from prior session; figures from synthetic data; 0 of 22 live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wengert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Yes / live / G-Node Excel — K⁺ density WT = 1883 / KI = 757, p = 3.34e-5 reproduced; firing reproduced WT 207.8 / KI 175.8, p = 0.166 vs paper WT ≈ 201, KI ≈ 126, p &lt; 0.001 — flagged WARN; 4 of 31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Per-paper verification — no script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artiushin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atlas; verification is image inspection, not execution; 0 of 17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kammer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no script; 0 of 22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meijer-2025-serotonin-orthogonal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no script; 0 of 23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meijer-2025-serotonin-additive-r1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no script; 0 of 41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rozak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no script; 0 of 23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7 of 12 papers carry a verify.py script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~27 specific quantitative claims were targeted across those scripts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~14 backed by live execution against deposited data in this prototype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~13 affirmed via hard-coded values carried forward when downloads failed or re-runs timed out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2 documented mismatches — bouyeure (anatomical), wengert (quantitative)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The remaining ~150 status labels in the corpus are agentic extraction judgments, not executed reproductions; draft annotations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Author-side reproducibility — concrete specifications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Spec 1 — Claim table at submission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Format: one CSV (or YAML) file alongside the manuscript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One row per figure panel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Columns: panel reference (e.g., "Fig 3B"); one-sentence claim (max 200 chars); analysis script filename; data file(s) with deposit DOI or path; key statistic (test, value, p, n)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Author burden: 10–30 minutes per paper; information already exists in the author's head and methods/legends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Enables: targeted reviewer interrogation; downstream claim-graph construction; per-panel verification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Spec 2 — Per-panel data + code pointers at acceptance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 each panel in the claim table: relative paths within the deposit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(a) the data file consumed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(b) the script that generates the panel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Format: additional CSV column or a JSON sidecar (e.g., panels.json in the deposit root)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Closes the gap "available on request" leaves open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Enables: verification scripts written against a known schema rather than reverse-engineered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Spec 3 — Standard environment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Required at submission: one of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(i) Dockerfile or Singularity recipe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(ii) conda env export lock file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(iii) requirements.txt with pinned versions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(iv) Snakemake/Nextflow pipeline with containerized environment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 non-trivial computation in this corpus (ejdrup, headley, rozak): at minimum (i) or (ii)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Addresses bulk of unverified:code-error cases (e.g., matplotlib 3.8 API change in ejdrup)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Spec 4 — Pre-computed intermediate arrays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 analyses where raw → final is compute-infeasible (long simulations, large training runs, MRI preprocessing)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Deposit intermediates at a defined pipeline boundary (post-preprocessing for fMRI; post-simulation pre-statistics for computational papers)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Format: HDF5 / NetCDF / .npz / NIfTI, with a manifest naming each intermediate, its source, and the consuming script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Marginal author cost: small — arrays already exist on a laptop or HPC scratch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Converts most unverified:compute-infeasible cases (e.g., 1.88 GB NEURON simulation in headley, full Vmax sweep in ejdrup) into verifiable cases at the figure-generation step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Spec 5 — Reproducibility badges at point of reading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Visible badge on published article page and in the PDF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Gold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full pipeline rerunnable end-to-end from raw data with provided environment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Silver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figure-generation rerunnable from pre-computed intermediates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data and code deposited but not verified to run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None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not deposited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Assignment: at acceptance, an editorial verification step runs the deposit (or a figure sample) under the declared environment; status determines badge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Synthesis layer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Synthesis layer — note only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 second pipeline reads the claim graph for a paper (excluding the abstract) and asks an LLM to reconstruct the argument from typed edges alone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Reconstruction is compared to the published abstract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Across 12 papers: rules-out and validates are the most consistently scrubbed edge types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Side direction, not the project's primary contribution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Visible on each paper's demo page under "Argument from the graph"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108960"/>
            <a:ext cx="4873752" cy="0"/>
          </a:xfrm>
          <a:prstGeom prst="line">
            <a:avLst/>
          </a:prstGeom>
          <a:noFill/>
          <a:ln w="25400">
            <a:solidFill>
              <a:srgbClr val="269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338328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Limits</a:t>
            </a:r>
            <a:endParaRPr lang="en-US"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Limits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3657600" cy="0"/>
          </a:xfrm>
          <a:prstGeom prst="line">
            <a:avLst/>
          </a:prstGeom>
          <a:noFill/>
          <a:ln w="19050">
            <a:solidFill>
              <a:srgbClr val="269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1072591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Methodology document describes a discipline this prototype did not strictly enforce; 303 LLM-extracted claims are a draft, not adjudicated annotations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Of 7 verify scripts, ~14 of the targeted ~27 claims are backed by live execution; the rest are from-notes assertions or download failures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5 of 12 papers have no verification script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Corpus was reverse-engineered from finished papers; forward construction (claim graphs assembled by authors at submission) would look different and likely produce richer graphs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 LLMs may inflate the apparent gap between published abstract and reconstructed argument by recovering connectives the schema does not explicitly encode; the diagnostic finding (which edges are scrubbed) is robust to this, the magnitude is not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 Graphs for eLife</dc:title>
  <dc:subject>PptxGenJS Presentation</dc:subject>
  <dc:creator>Z. Mainen</dc:creator>
  <cp:lastModifiedBy>Z. Mainen</cp:lastModifiedBy>
  <cp:revision>1</cp:revision>
  <dcterms:created xsi:type="dcterms:W3CDTF">2026-04-20T08:27:15Z</dcterms:created>
  <dcterms:modified xsi:type="dcterms:W3CDTF">2026-04-20T08:27:15Z</dcterms:modified>
</cp:coreProperties>
</file>